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9976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rPr dirty="0"/>
              <a:t>STOCK CONTROL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7106" y="2662518"/>
            <a:ext cx="61497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00D4FF"/>
                </a:solidFill>
              </a:defRPr>
            </a:pPr>
            <a:r>
              <a:rPr dirty="0" err="1"/>
              <a:t>Aplicação</a:t>
            </a:r>
            <a:r>
              <a:rPr dirty="0"/>
              <a:t> Web de </a:t>
            </a:r>
            <a:r>
              <a:rPr dirty="0" err="1"/>
              <a:t>Controle</a:t>
            </a:r>
            <a:r>
              <a:rPr dirty="0"/>
              <a:t> de Estoque </a:t>
            </a:r>
            <a:r>
              <a:rPr dirty="0" err="1"/>
              <a:t>em</a:t>
            </a:r>
            <a:r>
              <a:rPr dirty="0"/>
              <a:t> Java Spring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Autor: Vinicius dos Santos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 err="1"/>
              <a:t>Disciplina</a:t>
            </a:r>
            <a:r>
              <a:rPr dirty="0"/>
              <a:t>: </a:t>
            </a:r>
            <a:r>
              <a:rPr dirty="0" err="1"/>
              <a:t>Programação</a:t>
            </a:r>
            <a:r>
              <a:rPr dirty="0"/>
              <a:t> </a:t>
            </a:r>
            <a:r>
              <a:rPr dirty="0" err="1"/>
              <a:t>Orientada</a:t>
            </a:r>
            <a:r>
              <a:rPr dirty="0"/>
              <a:t> a </a:t>
            </a:r>
            <a:r>
              <a:rPr dirty="0" err="1"/>
              <a:t>Objetos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Java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 err="1"/>
              <a:t>Instituição</a:t>
            </a:r>
            <a:r>
              <a:rPr dirty="0"/>
              <a:t>: </a:t>
            </a:r>
            <a:r>
              <a:rPr dirty="0" err="1"/>
              <a:t>Universidade</a:t>
            </a:r>
            <a:r>
              <a:rPr dirty="0"/>
              <a:t> Wyden | </a:t>
            </a:r>
            <a:r>
              <a:rPr dirty="0" err="1"/>
              <a:t>UniRuy</a:t>
            </a:r>
            <a:endParaRPr dirty="0"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 err="1"/>
              <a:t>Novembro</a:t>
            </a:r>
            <a:r>
              <a:rPr dirty="0"/>
              <a:t> de 2025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endParaRPr dirty="0"/>
          </a:p>
          <a:p>
            <a:pPr algn="ctr">
              <a:defRPr sz="1800">
                <a:solidFill>
                  <a:srgbClr val="D1D5DB"/>
                </a:solidFill>
              </a:defRPr>
            </a:pPr>
            <a:r>
              <a:rPr dirty="0"/>
              <a:t>🔗 github.com/</a:t>
            </a:r>
            <a:r>
              <a:rPr dirty="0" err="1"/>
              <a:t>viniciusdossantosss</a:t>
            </a:r>
            <a:r>
              <a:rPr dirty="0"/>
              <a:t>/java-spring-boot</a:t>
            </a:r>
          </a:p>
          <a:p>
            <a:pPr algn="ctr">
              <a:defRPr sz="1800">
                <a:solidFill>
                  <a:srgbClr val="D1D5DB"/>
                </a:solidFill>
              </a:defRPr>
            </a:pPr>
            <a:r>
              <a:rPr dirty="0"/>
              <a:t>🌐 java-spring-boot-1-y3lr.onrender.com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O Desafio do Controle de Estoque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❌ Erros manuais e inconsistências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❌ Falta de rastreabilidade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❌ Impossibilidade de relatórios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❌ Sem alertas automáticos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❌ Dificuldade em escalar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❌ Falta de segurança</a:t>
            </a:r>
          </a:p>
          <a:p>
            <a:pPr>
              <a:spcBef>
                <a:spcPts val="1600"/>
              </a:spcBef>
              <a:defRPr sz="2000" b="1">
                <a:solidFill>
                  <a:srgbClr val="00D4FF"/>
                </a:solidFill>
              </a:defRPr>
            </a:pPr>
            <a:r>
              <a:t>✅ Solução: Aplicação web moderna, segura e escalável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Funcionalidades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🔐 Autenticação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Login seguro com BCrypt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Controle de acesso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Proteção CSRF</a:t>
            </a:r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📦 Gerenciamento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Cadastro de produtos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Edição e exclusão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Busca e filtros</a:t>
            </a:r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📊 Estoque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Entradas e saídas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Histórico completo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Alertas automáticos</a:t>
            </a:r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📈 Relatórios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Movimentação mensal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Gráficos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Exportação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Arquitetura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⚙️ Backend: Java 17 + Spring Boot 3.1.5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🗄️ Banco de Dados: PostgreSQL 13+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🎨 Frontend: Thymeleaf 3.1.1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🚀 Deploy: Docker + Render</a:t>
            </a:r>
          </a:p>
          <a:p>
            <a:pPr>
              <a:spcBef>
                <a:spcPts val="1600"/>
              </a:spcBef>
              <a:defRPr sz="1800" b="1">
                <a:solidFill>
                  <a:srgbClr val="00D4FF"/>
                </a:solidFill>
              </a:defRPr>
            </a:pPr>
            <a:r>
              <a:t>Padrão: MVC → Camadas → Repository →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Modelo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👤 User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id (PK)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username (único)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email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password (BCrypt)</a:t>
            </a:r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📦 Product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id (PK)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name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description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category</a:t>
            </a:r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📊 StockMovement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id (PK)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product_id (FK)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user_id (FK)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type (ENTRY/EXIT)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Camadas da Aplicação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🎨 Apresentação: Controllers - HomeController, ProductController, etc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⚙️ Negócio: Services - ProductService, StockMovementService, etc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💾 Persistência: Repositories - UserRepository, ProductRepository, etc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🗄️ Dados: PostgreSQL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Autenticação e 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🔐 Autenticação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Login seguro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BCrypt para senhas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Sessões gerenciadas</a:t>
            </a:r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🛡️ Autorização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RBAC (Role-based)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ADMIN e USER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@PreAuthorize</a:t>
            </a:r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🔒 Proteção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CSRF habilitado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Validação entrada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SQL Injection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Regras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📦 Produtos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Preço ≥ 0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Quantidade ≥ 0</a:t>
            </a:r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📊 Movimentações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Quantidade &gt; 0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Saída ≤ disponível</a:t>
            </a:r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👤 Usuários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Username único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Email válido</a:t>
            </a:r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⚠️ Alertas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qty ≤ minQty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Notificação visual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Padrões de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📦 Repository Pattern: Abstrai acesso a dados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⚙️ Service Layer: Encapsula lógica de negócio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💉 Dependency Injection: Spring injeta dependências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🎯 MVC Pattern: Model-View-Controller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📋 DTO Pattern: Data Transfer Objects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Docker e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🐳 Docker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Imagem Alpine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Java 17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JAR executável</a:t>
            </a:r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🚀 Render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PostgreSQL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Automático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✓ SSL/HTTPS</a:t>
            </a:r>
          </a:p>
          <a:p>
            <a:pPr>
              <a:spcBef>
                <a:spcPts val="1200"/>
              </a:spcBef>
              <a:defRPr sz="1600" b="1">
                <a:solidFill>
                  <a:srgbClr val="00D4FF"/>
                </a:solidFill>
              </a:defRPr>
            </a:pPr>
            <a:r>
              <a:t>URL: https://java-spring-boot-1-y3lr.onrender.com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Credenciais: admin / admin123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Histórias de Usuário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📦 Gerente de Loja: Quero controlar estoque para evitar falta de produtos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👤 Vendedor: Quero consultar quantidade em tempo real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🔐 Administrador: Quero gerenciar usuários e permissões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📊 Analista: Quero gerar relatórios de movimentação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Conceitos de POO Demonstrados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📦 Encapsulamento: Atributos privados com getters/setters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🔗 Herança: Repositórios herdam de JpaRepository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🔄 Polimorfismo: Tipos de movimentação (ENTRY, EXIT)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🎯 Abstração: Interfaces abstraem complexidade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🧩 Composição: Entidades compostas com relacionamentos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Resultados 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💼 Para o Negócio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Menos erros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Visibilidade real</a:t>
            </a:r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💻 Para Desenvolvimento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Código limpo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Fácil manutenção</a:t>
            </a:r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🎓 Para Aprendizagem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POO na prática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Spring Boot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Tecnologias Modernas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☕ Por que Java?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Mais usado em empresas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Comunidade grande</a:t>
            </a:r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🗄️ Por que PostgreSQL?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Banco relacional robusto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Open-source</a:t>
            </a:r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🐳 Por que Docker?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Padrão da indústria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Facilita deploy</a:t>
            </a:r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📈 Tendências 2025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Microserviços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Cloud-native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Próximos Passos e Melhorias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⏱️ Curto Prazo (1-2 meses)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Testes unitários • Gráficos • PDF • Validações</a:t>
            </a:r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📅 Médio Prazo (3-6 meses)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API REST • Notificações • OAuth2 • Permissões</a:t>
            </a:r>
          </a:p>
          <a:p>
            <a:pPr>
              <a:spcBef>
                <a:spcPts val="800"/>
              </a:spcBef>
              <a:defRPr sz="1800" b="1">
                <a:solidFill>
                  <a:srgbClr val="00D4FF"/>
                </a:solidFill>
              </a:defRPr>
            </a:pPr>
            <a:r>
              <a:t>🚀 Longo Prazo (6-12 meses)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App mobile • Deploy múltiplas regiões • Microserviços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✅ O Que Foi Alcançado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Aplicação web completa • Arquitetura profissional • Deploy em produção</a:t>
            </a:r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🎓 Conceitos Demonstrados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POO • Padrões de Design • Arquitetura em Camadas • Segurança</a:t>
            </a:r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💡 Aprendizados Principais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Spring Boot é poderoso • Arquitetura bem planejada • Segurança é prioridade</a:t>
            </a:r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</a:defRPr>
            </a:pPr>
            <a:r>
              <a:t>🎯 Próximos Passos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Deploy ✅ • Feedback • Melhorias • Integração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Contato e Recursos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2000" b="1">
                <a:solidFill>
                  <a:srgbClr val="00D4FF"/>
                </a:solidFill>
              </a:defRPr>
            </a:pPr>
            <a:r>
              <a:t>📍 Informações do Projeto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GitHub: github.com/viniciusdossantosss/java-spring-boot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Aplicação: java-spring-boot-1-y3lr.onrender.com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Credenciais: admin / admin123</a:t>
            </a:r>
          </a:p>
          <a:p>
            <a:pPr>
              <a:spcBef>
                <a:spcPts val="1600"/>
              </a:spcBef>
              <a:defRPr sz="2000" b="1">
                <a:solidFill>
                  <a:srgbClr val="00D4FF"/>
                </a:solidFill>
              </a:defRPr>
            </a:pPr>
            <a:r>
              <a:t>📚 Documentação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README.md - Instruções gerais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COMPONENTES.md - Descrição de componentes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RELATORIO_TECNICO_ABNT.pdf - Relatório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Obrigado!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Vinicius dos Santos</a:t>
            </a:r>
          </a:p>
          <a:p>
            <a:pPr algn="ctr">
              <a:defRPr sz="1600">
                <a:solidFill>
                  <a:srgbClr val="D1D5DB"/>
                </a:solidFill>
              </a:defRPr>
            </a:pPr>
            <a:r>
              <a:t>Universidade Wyden | UniRuy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759</Words>
  <Application>Microsoft Office PowerPoint</Application>
  <PresentationFormat>Apresentação na tela (4:3)</PresentationFormat>
  <Paragraphs>183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Vinícius Reis</cp:lastModifiedBy>
  <cp:revision>2</cp:revision>
  <dcterms:created xsi:type="dcterms:W3CDTF">2013-01-27T09:14:16Z</dcterms:created>
  <dcterms:modified xsi:type="dcterms:W3CDTF">2025-11-24T20:44:16Z</dcterms:modified>
  <cp:category/>
</cp:coreProperties>
</file>